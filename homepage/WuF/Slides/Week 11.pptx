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B92FA-6E50-424E-91C5-309868860976}" type="datetimeFigureOut">
              <a:rPr lang="de-CH" smtClean="0"/>
              <a:t>11.05.25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E43038-F565-4057-9E75-22733D0223FB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65596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2F5A-7BF5-4102-BC12-8E0214234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7CF28-C864-4F34-8BFD-85313C4EB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FAA4-03B5-4463-BC35-A02B7A10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11.05.25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0DD8B-5074-4340-AE1A-FF28AE81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54463-DA5B-4D5D-BB91-73FC4EF9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66582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AB31-7AA8-49EB-95DC-2480308A2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4DED4-89D3-4725-AB16-B82732F02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783FA-D6B9-41B8-8772-39F0A934A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11.05.25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48C56-37B5-436D-B07D-C43AA2396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D9288-E385-400B-964F-9DBC9696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3787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F86E6-3770-4527-889C-E0F70B4DA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32EA8-ADF3-47F6-BE18-DFC9724DF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85EFB-5796-425F-A7FD-91BBF11D9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11.05.25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7AF9A-7147-46B9-82E7-58AF2355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7128F-35AC-4E38-A7D0-BCB18BAE2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20149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8A45-EC0A-4B95-8B34-30031938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4D3DE-DA77-4FD0-96C0-1F85649D5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266AB-7FFD-4121-919B-C17834CF1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08B70-5A57-4B09-8ED0-21225415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11.05.25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DC5E5-FBE2-468D-93CD-CA9314A63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BE380-8925-4CD3-A390-C655A6CF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5411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50405-11A8-4B21-B4C6-FF72AB9C8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F1C52-017B-4D01-BB6E-DF3EFC252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4CEE7-342E-4518-AC7B-92E4CF15D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2EC9A3-3EBB-40C6-BBAD-76A2199EC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887D9E-8257-4F4F-BD72-788105675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BCA1A-D7B8-4C6B-B8A1-223E9D3E7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11.05.25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FE07E9-6334-4713-818F-72B1925DE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9D530-7E53-4097-A581-D97171AA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20924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F3F5-A550-4829-9687-629B85E0B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0FD1E7-8418-4107-9875-E401F43D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11.05.25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EAD07-44C9-43B6-BDB7-5E56EE5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E8D47-A49B-44E9-9E39-8EF9EEB48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5350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F9531B-2938-45BF-AF32-553391F21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11.05.25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7E3B27-0266-4F41-A6B8-66E398690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0B28C-9BB8-41A4-99C6-9BD0F757E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0917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1D74-4646-44BE-B7D7-05E2F37F9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BCE87-8883-4B42-BAEF-64FE601B1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D3604-D90F-4E50-B0AD-F217CFC8A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FBFDE-D7DC-4C32-B3C5-4729EA0E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11.05.25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758CC-EF7C-4DFB-8CBA-21DC12445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8A149-4E17-4B8B-9D45-59FFC786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5411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6B477-8AEF-4423-ACD5-18960D4E0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8FD1C7-E836-4138-9760-F03FBE3F1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FD7A0-DBF3-4AF8-B1C1-316AF7843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F4EA9-B700-427B-A96D-C94DE22E4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11.05.25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A8088-394F-410C-8DDA-84708EC17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EFB93-D75E-422E-AE73-203D9C4D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58917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8FA9-4E05-437A-BD83-3050430D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283BC-CC7A-476F-B9EA-845FE963D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A813C-B93B-46CC-A8AD-23B21CA93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11.05.25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3B40-F42A-4109-A733-C260C2B44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B40F0-D16D-4857-9E6B-88C9D5EC4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85532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EDBD60-57BC-45F4-896F-C3223D5B5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3FCD02-2CA4-49C6-B4F8-E15868075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AEC69-DF44-4E44-992B-F1B42BB0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672B-7813-4EFF-AC7A-57E3940D72D6}" type="datetimeFigureOut">
              <a:rPr lang="de-CH" smtClean="0"/>
              <a:t>11.05.25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83775-AAC4-430C-BFC7-CFCA23CD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9A61C-3176-4AB7-85CC-139477E3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03754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A0D38E-3C62-453D-B9B9-57CA8084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01D0C-82FC-472A-A0B1-C92C49B5C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EFD04-4A05-494A-BD9B-FF8AC1576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F672B-7813-4EFF-AC7A-57E3940D72D6}" type="datetimeFigureOut">
              <a:rPr lang="de-CH" smtClean="0"/>
              <a:t>11.05.25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77007-FCEC-4F13-AFF8-096136329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42697-0E9A-40B2-8EFD-E273C7F04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90F2E-63BC-4CBB-8DD2-A62C86F4B33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17859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7346F-81EA-4055-810E-535B229886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 err="1"/>
              <a:t>WuF</a:t>
            </a:r>
            <a:r>
              <a:rPr lang="de-CH" dirty="0"/>
              <a:t> Übung ML F36</a:t>
            </a:r>
            <a:br>
              <a:rPr lang="de-CH" dirty="0"/>
            </a:br>
            <a:r>
              <a:rPr lang="de-CH" dirty="0"/>
              <a:t>Woche 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B17B0D-8EDB-4B99-AC8A-74AA7EA902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Welcome back :)</a:t>
            </a:r>
          </a:p>
          <a:p>
            <a:endParaRPr lang="de-CH" dirty="0"/>
          </a:p>
          <a:p>
            <a:r>
              <a:rPr lang="de-CH" dirty="0"/>
              <a:t>Lorenzo Schenk</a:t>
            </a:r>
          </a:p>
        </p:txBody>
      </p:sp>
    </p:spTree>
    <p:extLst>
      <p:ext uri="{BB962C8B-B14F-4D97-AF65-F5344CB8AC3E}">
        <p14:creationId xmlns:p14="http://schemas.microsoft.com/office/powerpoint/2010/main" val="2360225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02731-0E5B-4493-87FD-8D728BCB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Theorie Überblick – Kap.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CC9B1-E5C1-4678-B845-37E9053DF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de-CH" dirty="0"/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1"/>
            <a:endParaRPr lang="de-CH" dirty="0"/>
          </a:p>
          <a:p>
            <a:pPr lvl="2"/>
            <a:endParaRPr lang="de-C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CE607D-C634-4CEF-A888-49B1FA272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75" y="1670055"/>
            <a:ext cx="8705850" cy="466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56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FC087-0E38-4589-A8DF-440C36FC2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Kap. 8 – Elektrische Eigenschaften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5D66E8-DD01-4E43-A5AB-527257440A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CH" dirty="0"/>
                  <a:t>Elektrische Leiter</a:t>
                </a:r>
              </a:p>
              <a:p>
                <a:pPr lvl="1"/>
                <a:r>
                  <a:rPr lang="de-CH" dirty="0"/>
                  <a:t>Ohm’sches Gesetz, elektrische Leitfähigkeit 𝜎</a:t>
                </a:r>
                <a:r>
                  <a:rPr lang="de-CH" baseline="-25000" dirty="0"/>
                  <a:t>e</a:t>
                </a:r>
                <a:r>
                  <a:rPr lang="de-CH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de-CH" smtClean="0"/>
                          <m:t>ρ</m:t>
                        </m:r>
                        <m:r>
                          <m:rPr>
                            <m:nor/>
                          </m:rPr>
                          <a:rPr lang="de-CH" b="0" i="0" baseline="-25000" smtClean="0"/>
                          <m:t>e</m:t>
                        </m:r>
                      </m:den>
                    </m:f>
                  </m:oMath>
                </a14:m>
                <a:endParaRPr lang="de-CH" dirty="0"/>
              </a:p>
              <a:p>
                <a:pPr lvl="1"/>
                <a:r>
                  <a:rPr lang="de-CH" dirty="0"/>
                  <a:t>Drude Modell</a:t>
                </a:r>
              </a:p>
              <a:p>
                <a:pPr lvl="1"/>
                <a:r>
                  <a:rPr lang="de-CH" dirty="0" err="1"/>
                  <a:t>Matthiessensche</a:t>
                </a:r>
                <a:r>
                  <a:rPr lang="de-CH" dirty="0"/>
                  <a:t> Regeln (3)</a:t>
                </a:r>
              </a:p>
              <a:p>
                <a:pPr lvl="2"/>
                <a:r>
                  <a:rPr lang="de-CH" dirty="0"/>
                  <a:t>Verunreinigungen</a:t>
                </a:r>
              </a:p>
              <a:p>
                <a:pPr lvl="2"/>
                <a:r>
                  <a:rPr lang="de-CH" dirty="0"/>
                  <a:t>Temperaturabhängigkeit: T </a:t>
                </a:r>
                <a:r>
                  <a:rPr lang="de-CH" b="0" i="0" dirty="0">
                    <a:solidFill>
                      <a:srgbClr val="111111"/>
                    </a:solidFill>
                    <a:effectLst/>
                    <a:latin typeface="Roboto" panose="020B0604020202020204" pitchFamily="2" charset="0"/>
                  </a:rPr>
                  <a:t>↑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CH" smtClean="0"/>
                      <m:t>ρ</m:t>
                    </m:r>
                    <m:r>
                      <m:rPr>
                        <m:nor/>
                      </m:rPr>
                      <a:rPr lang="de-CH" b="0" i="0" baseline="-25000" smtClean="0"/>
                      <m:t>e</m:t>
                    </m:r>
                  </m:oMath>
                </a14:m>
                <a:r>
                  <a:rPr lang="de-CH" dirty="0"/>
                  <a:t> </a:t>
                </a:r>
                <a:r>
                  <a:rPr lang="de-CH" dirty="0">
                    <a:solidFill>
                      <a:srgbClr val="111111"/>
                    </a:solidFill>
                    <a:latin typeface="Roboto" panose="020B0604020202020204" pitchFamily="2" charset="0"/>
                  </a:rPr>
                  <a:t>↑</a:t>
                </a:r>
              </a:p>
              <a:p>
                <a:pPr lvl="2"/>
                <a:r>
                  <a:rPr lang="de-CH" dirty="0"/>
                  <a:t>Umformung (z.B. festigkeitssteigernde Mechanismen)</a:t>
                </a:r>
              </a:p>
              <a:p>
                <a:pPr lvl="1"/>
                <a:r>
                  <a:rPr lang="de-CH" dirty="0"/>
                  <a:t>Bandstruktur</a:t>
                </a:r>
              </a:p>
              <a:p>
                <a:r>
                  <a:rPr lang="de-CH" dirty="0"/>
                  <a:t>Supraleiter</a:t>
                </a:r>
              </a:p>
              <a:p>
                <a:pPr lvl="1"/>
                <a:r>
                  <a:rPr lang="de-CH" dirty="0"/>
                  <a:t>Kritische </a:t>
                </a:r>
                <a:r>
                  <a:rPr lang="de-CH" dirty="0" err="1"/>
                  <a:t>Temeperatur</a:t>
                </a:r>
                <a:r>
                  <a:rPr lang="de-CH" dirty="0"/>
                  <a:t> </a:t>
                </a:r>
                <a:r>
                  <a:rPr lang="de-CH" dirty="0" err="1"/>
                  <a:t>T</a:t>
                </a:r>
                <a:r>
                  <a:rPr lang="de-CH" baseline="-25000" dirty="0" err="1"/>
                  <a:t>c</a:t>
                </a:r>
                <a:endParaRPr lang="de-CH" baseline="-25000" dirty="0"/>
              </a:p>
              <a:p>
                <a:pPr marL="914400" lvl="2" indent="0">
                  <a:buNone/>
                </a:pPr>
                <a:endParaRPr lang="de-CH" dirty="0"/>
              </a:p>
              <a:p>
                <a:pPr lvl="1"/>
                <a:endParaRPr lang="de-CH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5D66E8-DD01-4E43-A5AB-527257440A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9027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36BC-1633-4A83-99DB-895856BF4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Kap. 8 – Elektrische Eigenschaften (</a:t>
            </a:r>
            <a:r>
              <a:rPr lang="de-CH" dirty="0" err="1"/>
              <a:t>cont’d</a:t>
            </a:r>
            <a:r>
              <a:rPr lang="de-CH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0960A-4C2D-4EA8-9C8E-E0001A2CE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Halbleiter</a:t>
            </a:r>
          </a:p>
          <a:p>
            <a:pPr lvl="1"/>
            <a:r>
              <a:rPr lang="de-CH" dirty="0"/>
              <a:t>Bandlücke &amp; Fermi-Energie </a:t>
            </a:r>
            <a:r>
              <a:rPr lang="de-CH" dirty="0" err="1"/>
              <a:t>E</a:t>
            </a:r>
            <a:r>
              <a:rPr lang="de-CH" baseline="-25000" dirty="0" err="1"/>
              <a:t>f</a:t>
            </a:r>
            <a:endParaRPr lang="de-CH" baseline="-25000" dirty="0"/>
          </a:p>
          <a:p>
            <a:pPr lvl="1"/>
            <a:r>
              <a:rPr lang="de-CH" dirty="0"/>
              <a:t>Leitfähigkeit durch Löcher &amp; Elektronen</a:t>
            </a:r>
          </a:p>
          <a:p>
            <a:pPr lvl="1"/>
            <a:r>
              <a:rPr lang="de-CH" dirty="0"/>
              <a:t>Intrinsisch: Elemente der Gruppe IVA</a:t>
            </a:r>
          </a:p>
          <a:p>
            <a:pPr lvl="1"/>
            <a:r>
              <a:rPr lang="de-CH" dirty="0"/>
              <a:t>Extrinsisch: Dotierte Halbleiter</a:t>
            </a:r>
          </a:p>
          <a:p>
            <a:pPr lvl="2"/>
            <a:r>
              <a:rPr lang="de-CH" dirty="0"/>
              <a:t>n-typ</a:t>
            </a:r>
          </a:p>
          <a:p>
            <a:pPr lvl="2"/>
            <a:r>
              <a:rPr lang="de-CH" dirty="0"/>
              <a:t>p-typ</a:t>
            </a:r>
          </a:p>
          <a:p>
            <a:pPr lvl="2"/>
            <a:r>
              <a:rPr lang="de-CH" dirty="0"/>
              <a:t>Leitfähigkeitsdiagramm (4 Zonen)</a:t>
            </a:r>
          </a:p>
          <a:p>
            <a:pPr lvl="2"/>
            <a:r>
              <a:rPr lang="de-CH" dirty="0" err="1"/>
              <a:t>pn</a:t>
            </a:r>
            <a:r>
              <a:rPr lang="de-CH" dirty="0"/>
              <a:t>-Übergang (inkl. MOS-FET)</a:t>
            </a:r>
          </a:p>
          <a:p>
            <a:pPr lvl="2"/>
            <a:endParaRPr lang="de-CH" dirty="0"/>
          </a:p>
          <a:p>
            <a:pPr lvl="1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83669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DD2B-113D-49A6-B663-2AE8592D0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Kap. 8 – Elektrische Eigenschaften (</a:t>
            </a:r>
            <a:r>
              <a:rPr lang="de-CH" dirty="0" err="1"/>
              <a:t>cont’d</a:t>
            </a:r>
            <a:r>
              <a:rPr lang="de-CH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2280E-2E35-4BE8-8D6F-E5792F526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Dielektrika (4)</a:t>
            </a:r>
          </a:p>
          <a:p>
            <a:pPr lvl="1"/>
            <a:r>
              <a:rPr lang="de-CH" dirty="0"/>
              <a:t>(Polarisationsmechanismen (4) )</a:t>
            </a:r>
          </a:p>
          <a:p>
            <a:pPr lvl="1"/>
            <a:r>
              <a:rPr lang="de-CH" dirty="0" err="1"/>
              <a:t>Paraelektrika</a:t>
            </a:r>
            <a:r>
              <a:rPr lang="de-CH" dirty="0"/>
              <a:t> / Isolator</a:t>
            </a:r>
          </a:p>
          <a:p>
            <a:pPr lvl="2"/>
            <a:r>
              <a:rPr lang="de-CH" dirty="0"/>
              <a:t>Durchschlagspannung</a:t>
            </a:r>
          </a:p>
          <a:p>
            <a:pPr lvl="2"/>
            <a:r>
              <a:rPr lang="de-CH" dirty="0"/>
              <a:t>Anforderungen </a:t>
            </a:r>
          </a:p>
          <a:p>
            <a:pPr lvl="2"/>
            <a:r>
              <a:rPr lang="de-CH" dirty="0"/>
              <a:t>Verlustfaktor</a:t>
            </a:r>
          </a:p>
          <a:p>
            <a:pPr lvl="1"/>
            <a:r>
              <a:rPr lang="de-CH" dirty="0" err="1"/>
              <a:t>Piezoelektrika</a:t>
            </a:r>
            <a:r>
              <a:rPr lang="de-CH" dirty="0"/>
              <a:t>: Wechselwirkung  </a:t>
            </a:r>
            <a:r>
              <a:rPr lang="de-CH" i="1" dirty="0"/>
              <a:t>mech. Verf. &lt;-&gt; </a:t>
            </a:r>
            <a:r>
              <a:rPr lang="de-CH" i="1" dirty="0" err="1"/>
              <a:t>elek</a:t>
            </a:r>
            <a:r>
              <a:rPr lang="de-CH" i="1" dirty="0"/>
              <a:t>. Polar.</a:t>
            </a:r>
          </a:p>
          <a:p>
            <a:pPr lvl="2"/>
            <a:r>
              <a:rPr lang="de-CH" i="1" dirty="0" err="1"/>
              <a:t>Perowskite</a:t>
            </a:r>
            <a:endParaRPr lang="de-CH" i="1" dirty="0"/>
          </a:p>
          <a:p>
            <a:pPr lvl="2"/>
            <a:endParaRPr lang="de-CH" i="1" dirty="0"/>
          </a:p>
          <a:p>
            <a:pPr lvl="2"/>
            <a:endParaRPr lang="de-CH" dirty="0"/>
          </a:p>
          <a:p>
            <a:pPr lvl="1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599627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Microsoft Macintosh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Roboto</vt:lpstr>
      <vt:lpstr>Office Theme</vt:lpstr>
      <vt:lpstr>WuF Übung ML F36 Woche 11</vt:lpstr>
      <vt:lpstr>Theorie Überblick – Kap. 8</vt:lpstr>
      <vt:lpstr>Kap. 8 – Elektrische Eigenschaften</vt:lpstr>
      <vt:lpstr>Kap. 8 – Elektrische Eigenschaften (cont’d)</vt:lpstr>
      <vt:lpstr>Kap. 8 – Elektrische Eigenschaften (cont’d)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WuF Übung ML F36 Woche 9</dc:title>
  <dc:creator>Schenk  Lorenzo</dc:creator>
  <cp:lastModifiedBy>Schenk  Lorenzo</cp:lastModifiedBy>
  <cp:revision>11</cp:revision>
  <dcterms:created xsi:type="dcterms:W3CDTF">2025-04-17T08:57:29Z</dcterms:created>
  <dcterms:modified xsi:type="dcterms:W3CDTF">2025-05-11T06:57:24Z</dcterms:modified>
</cp:coreProperties>
</file>