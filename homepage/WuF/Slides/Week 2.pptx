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9350-34D2-21F5-628D-41B88310B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1B325-D7BF-B5FE-38A9-5463E0C80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88E41-85A6-6E11-7345-9FC8541E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23F5B-0DEE-6F3F-55CA-EDB00C3B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0313-31EE-BF6D-A3DA-48F72E6F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922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293F-7D46-3D7C-F4EE-1C81745B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28317-679C-F4EF-E3ED-B226FDED7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F2967-E0EB-F8F2-3FA3-BB551FEC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0DE7C-39C9-2FC0-F682-718B6E5BF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95CA8-F0FA-1C11-2464-2EA46D55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916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613-565F-4F6F-BE95-BC6AECB2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4855-1C5B-27E4-42E7-0197893EC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DEFEA-57AC-0A1F-CA6C-D0C4CE0B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9D042-44CD-08DA-B6A2-FE07191E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F8D80-20F8-A26C-0C52-CF09B5FC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671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08D2-450C-4BA8-D15E-43217DA3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26217-65DD-7ACD-0A5A-92EAD6C63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82E3E-5C2C-57B6-380C-17B33DF5C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C137C-C7F7-ED11-E6DE-FE36317F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9B4BA-4772-4A06-AB3F-8B3E6742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C0F59-274C-46E1-1D17-1D669C6E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955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AF7D-E8FF-DF8E-F5DE-A38B9B42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5AB3A-D0DB-5E8A-A105-3F2E281CB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B327E-26FE-D096-BB2B-6EB1B19B2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8CB91-3967-0444-E486-5DD8FAB9A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F0508-1745-2509-17CF-BA7F97B51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0398C1-8048-764C-12BE-D3B5E8B1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CA0AA-7D2E-15BA-4986-D02EAEE5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17944-AFF7-2EA3-8154-27C3EF7F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727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3E1D-F118-B7BE-2DA8-2B24E619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089E9-C958-FF0F-5C07-243A9A2A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80A8C-CC03-1B45-8C53-752F580B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B51CD-613A-E6B0-DBA8-33BB52B1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900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7A246-43C4-736B-D718-2645EBA3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65522-3296-4308-DE77-23321609B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5ABB5-FB8B-E657-B722-D149434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05180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62F5-9A16-4832-7FCC-029A22AD2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6037-EFA9-CB4D-5A8A-325E47E54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07B56-A415-EFD0-A4D9-26BFCE1F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55B78-D2FE-48DF-7794-3A4129F51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DE29D-F462-D06C-A14D-41B33570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24A9-3656-0B67-6AFB-E4F6A4EA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118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2CCE-16CC-A1D5-0CCE-28FE8A9D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4BF94-8AA8-6F66-F744-BDD730E2F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F49C7-5A3F-BFA7-9DB2-84BF0A7B9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B0552-32B6-FB9F-37D5-2BDF4AD6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975C6-4522-5383-3484-FDA8FFB2C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5E099-F632-EEAE-3CEB-85F74457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937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FCF3-64FE-ADFA-DF33-FA0DC725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58173-34A6-61CA-9E44-A6A556E8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60E22-7AB5-4D1E-7D8E-B61B3616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65B3-1150-196B-240F-3E57CBC8A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262A6-8206-BBF4-8560-236345F8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557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FA04A-6822-B228-DC0B-C2FB994C8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54F34-1D01-832F-8E54-4D6452F73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D2324-57D6-C3D4-A974-B73F0A5B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8931D-340F-10D3-E217-DA1A8820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37067-072D-77B7-2361-AC4B5752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019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49B6D-BF98-4E23-CFF0-1D18EC41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8D624-ECE4-B2E9-81F5-BFBF83EDA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FED9-3439-5E27-3B3B-E6A33A0218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16479-45C0-4ED8-94AA-278CAF1AC731}" type="datetimeFigureOut">
              <a:rPr lang="LID4096" smtClean="0"/>
              <a:t>02/27/2025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E365-9414-B74E-E081-C214AF9EB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198C3-20B0-B4A5-AE39-2501B6568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6E8B1-10AF-4DA8-8A68-44939DC90FA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683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.ethz.ch/~lsche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8D4C-0B8E-2EB0-F1C4-DB67E968B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WuF</a:t>
            </a:r>
            <a:r>
              <a:rPr lang="de-CH" dirty="0"/>
              <a:t> 	Übung ML F36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5DB89-5A5D-B5AE-880A-056CB0ABF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347402"/>
          </a:xfrm>
        </p:spPr>
        <p:txBody>
          <a:bodyPr>
            <a:normAutofit/>
          </a:bodyPr>
          <a:lstStyle/>
          <a:p>
            <a:r>
              <a:rPr lang="de-CH" dirty="0"/>
              <a:t>Welcome!</a:t>
            </a:r>
          </a:p>
          <a:p>
            <a:endParaRPr lang="de-CH" dirty="0"/>
          </a:p>
          <a:p>
            <a:r>
              <a:rPr lang="de-CH" sz="1600" dirty="0"/>
              <a:t>Lorenzo Schenk</a:t>
            </a:r>
            <a:br>
              <a:rPr lang="de-CH" sz="1600" dirty="0"/>
            </a:br>
            <a:br>
              <a:rPr lang="de-CH" sz="1600" dirty="0"/>
            </a:br>
            <a:br>
              <a:rPr lang="de-CH" sz="1600" dirty="0"/>
            </a:br>
            <a:br>
              <a:rPr lang="de-CH" sz="1600" dirty="0"/>
            </a:b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40810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B985-7E6B-43DC-6CD2-82B4E36C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Aufbau der Übungen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DBAE9-F7C1-93EC-6416-7C6C7877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Kurz durch die Theorie: ~ 20-30 min</a:t>
            </a:r>
          </a:p>
          <a:p>
            <a:endParaRPr lang="de-CH" dirty="0"/>
          </a:p>
          <a:p>
            <a:r>
              <a:rPr lang="de-CH" dirty="0"/>
              <a:t>Rechenaufgaben der </a:t>
            </a:r>
            <a:r>
              <a:rPr lang="de-CH" dirty="0" err="1"/>
              <a:t>Quizzes</a:t>
            </a:r>
            <a:r>
              <a:rPr lang="de-CH" dirty="0"/>
              <a:t>: ~ 20-30 min</a:t>
            </a:r>
          </a:p>
          <a:p>
            <a:endParaRPr lang="de-CH" dirty="0"/>
          </a:p>
          <a:p>
            <a:r>
              <a:rPr lang="de-CH" dirty="0"/>
              <a:t>Restliche Zeit für selbstständiges Üben</a:t>
            </a:r>
          </a:p>
          <a:p>
            <a:pPr lvl="1"/>
            <a:r>
              <a:rPr lang="de-CH" dirty="0" err="1"/>
              <a:t>Ankis</a:t>
            </a:r>
            <a:endParaRPr lang="de-CH" dirty="0"/>
          </a:p>
          <a:p>
            <a:pPr lvl="1"/>
            <a:r>
              <a:rPr lang="de-CH" dirty="0" err="1"/>
              <a:t>Quizzes</a:t>
            </a:r>
            <a:endParaRPr lang="de-CH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6166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F516-58DD-F00F-96B1-177D1D44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Wichtige Links	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9C04E-D9EA-243A-9A9B-39CDDB519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Website: </a:t>
            </a:r>
            <a:r>
              <a:rPr lang="en-US" dirty="0">
                <a:hlinkClick r:id="rId2"/>
              </a:rPr>
              <a:t>https://n.ethz.ch/~lschen/</a:t>
            </a:r>
            <a:endParaRPr lang="en-US" dirty="0"/>
          </a:p>
          <a:p>
            <a:pPr lvl="1"/>
            <a:r>
              <a:rPr lang="en-US" dirty="0"/>
              <a:t>Für </a:t>
            </a:r>
            <a:r>
              <a:rPr lang="en-US" dirty="0" err="1"/>
              <a:t>meine</a:t>
            </a:r>
            <a:r>
              <a:rPr lang="en-US" dirty="0"/>
              <a:t> </a:t>
            </a:r>
            <a:r>
              <a:rPr lang="en-US" dirty="0" err="1"/>
              <a:t>Ankis</a:t>
            </a:r>
            <a:r>
              <a:rPr lang="en-US" dirty="0"/>
              <a:t> + </a:t>
            </a:r>
            <a:r>
              <a:rPr lang="en-US" dirty="0" err="1"/>
              <a:t>Lösungen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Whatsapp</a:t>
            </a:r>
            <a:r>
              <a:rPr lang="en-US" dirty="0"/>
              <a:t> Gruppe:</a:t>
            </a:r>
          </a:p>
          <a:p>
            <a:pPr lvl="1"/>
            <a:r>
              <a:rPr lang="en-US" dirty="0"/>
              <a:t>Link Website</a:t>
            </a:r>
          </a:p>
          <a:p>
            <a:pPr lvl="1"/>
            <a:r>
              <a:rPr lang="en-US" dirty="0"/>
              <a:t>Für </a:t>
            </a:r>
            <a:r>
              <a:rPr lang="en-US" dirty="0" err="1"/>
              <a:t>Fragen</a:t>
            </a:r>
            <a:r>
              <a:rPr lang="en-US" dirty="0"/>
              <a:t> &amp; other stuff</a:t>
            </a:r>
          </a:p>
          <a:p>
            <a:pPr marL="0" indent="0">
              <a:buNone/>
            </a:pPr>
            <a:br>
              <a:rPr lang="en-US" dirty="0"/>
            </a:br>
            <a:endParaRPr lang="LID4096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AEB6FC8-2EC0-EBF9-0194-23AA50948B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7F91B-988A-CE3D-D0E5-D0AB5D15E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76" b="29655"/>
          <a:stretch/>
        </p:blipFill>
        <p:spPr>
          <a:xfrm>
            <a:off x="7328848" y="2469635"/>
            <a:ext cx="3564787" cy="370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8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8AAD-65F0-4937-F93D-5839C603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 Überblick – Einführung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EE336-FDAC-C566-0DB1-19F1023F4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Def</a:t>
            </a:r>
            <a:r>
              <a:rPr lang="de-CH" dirty="0"/>
              <a:t>.:   Werkstoff   –  20°C im festen Aggregatszustand</a:t>
            </a:r>
          </a:p>
          <a:p>
            <a:r>
              <a:rPr lang="de-CH" dirty="0"/>
              <a:t>Innovationen:</a:t>
            </a:r>
          </a:p>
          <a:p>
            <a:pPr lvl="1"/>
            <a:r>
              <a:rPr lang="de-CH" dirty="0" err="1"/>
              <a:t>Invar</a:t>
            </a:r>
            <a:r>
              <a:rPr lang="de-CH" dirty="0"/>
              <a:t> </a:t>
            </a:r>
          </a:p>
          <a:p>
            <a:pPr lvl="1"/>
            <a:r>
              <a:rPr lang="de-CH" dirty="0"/>
              <a:t>Formgedächtnislegierungen</a:t>
            </a:r>
          </a:p>
          <a:p>
            <a:pPr lvl="1"/>
            <a:r>
              <a:rPr lang="de-CH" dirty="0" err="1"/>
              <a:t>Glaskermamik</a:t>
            </a:r>
            <a:endParaRPr lang="de-CH" dirty="0"/>
          </a:p>
          <a:p>
            <a:r>
              <a:rPr lang="de-CH" dirty="0"/>
              <a:t>Evolution der Werkstoffe</a:t>
            </a:r>
          </a:p>
          <a:p>
            <a:r>
              <a:rPr lang="de-CH" i="1" dirty="0"/>
              <a:t>Intrinsisch</a:t>
            </a:r>
            <a:r>
              <a:rPr lang="de-CH" dirty="0"/>
              <a:t> vs. </a:t>
            </a:r>
            <a:r>
              <a:rPr lang="de-CH" i="1" dirty="0"/>
              <a:t>Attributive</a:t>
            </a:r>
            <a:r>
              <a:rPr lang="de-CH" dirty="0"/>
              <a:t> Eigenschaften</a:t>
            </a:r>
          </a:p>
          <a:p>
            <a:r>
              <a:rPr lang="de-CH" i="1" dirty="0"/>
              <a:t>Struktur-</a:t>
            </a:r>
            <a:r>
              <a:rPr lang="de-CH" dirty="0"/>
              <a:t> vs. </a:t>
            </a:r>
            <a:r>
              <a:rPr lang="de-CH" i="1" dirty="0"/>
              <a:t>Funktions</a:t>
            </a:r>
            <a:r>
              <a:rPr lang="de-CH" dirty="0"/>
              <a:t>werkstoffe</a:t>
            </a:r>
          </a:p>
          <a:p>
            <a:r>
              <a:rPr lang="de-CH" dirty="0"/>
              <a:t>Gefüge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i="1" dirty="0"/>
              <a:t>Makro-</a:t>
            </a:r>
            <a:r>
              <a:rPr lang="de-CH" dirty="0"/>
              <a:t> vs. </a:t>
            </a:r>
            <a:r>
              <a:rPr lang="de-CH" i="1" dirty="0"/>
              <a:t>Mikro</a:t>
            </a:r>
            <a:r>
              <a:rPr lang="de-CH" dirty="0"/>
              <a:t>struktur </a:t>
            </a:r>
          </a:p>
          <a:p>
            <a:endParaRPr lang="de-CH" dirty="0"/>
          </a:p>
          <a:p>
            <a:endParaRPr lang="de-CH" dirty="0"/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0330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2F321-BF07-EE88-3B5D-02AA5043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 Überblick – Elastische Eigenschaften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1598A-65B5-7645-F46A-ACD335503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Interatomares Wirkungspotenzial (Lennard-Jones)</a:t>
            </a:r>
          </a:p>
          <a:p>
            <a:endParaRPr lang="de-CH" dirty="0"/>
          </a:p>
          <a:p>
            <a:r>
              <a:rPr lang="de-CH" dirty="0"/>
              <a:t>E-Modul: </a:t>
            </a:r>
          </a:p>
          <a:p>
            <a:pPr lvl="1"/>
            <a:r>
              <a:rPr lang="de-CH" dirty="0"/>
              <a:t>vs. T</a:t>
            </a:r>
            <a:r>
              <a:rPr lang="de-CH" sz="1400" dirty="0"/>
              <a:t>m</a:t>
            </a:r>
            <a:r>
              <a:rPr lang="de-CH" dirty="0"/>
              <a:t>                                ;</a:t>
            </a:r>
          </a:p>
          <a:p>
            <a:endParaRPr lang="de-CH" dirty="0"/>
          </a:p>
          <a:p>
            <a:r>
              <a:rPr lang="de-CH" dirty="0"/>
              <a:t>Bindungsarten</a:t>
            </a:r>
          </a:p>
          <a:p>
            <a:pPr lvl="1"/>
            <a:r>
              <a:rPr lang="de-CH" dirty="0"/>
              <a:t>Kovalent  (</a:t>
            </a:r>
            <a:r>
              <a:rPr lang="de-CH" dirty="0">
                <a:sym typeface="Wingdings" panose="05000000000000000000" pitchFamily="2" charset="2"/>
              </a:rPr>
              <a:t> Hybridisierung)</a:t>
            </a:r>
            <a:endParaRPr lang="de-CH" dirty="0"/>
          </a:p>
          <a:p>
            <a:pPr lvl="1"/>
            <a:r>
              <a:rPr lang="de-CH" dirty="0"/>
              <a:t>Ionisch</a:t>
            </a:r>
          </a:p>
          <a:p>
            <a:pPr lvl="1"/>
            <a:r>
              <a:rPr lang="de-CH" dirty="0"/>
              <a:t>Metallisch</a:t>
            </a:r>
          </a:p>
          <a:p>
            <a:pPr lvl="1"/>
            <a:r>
              <a:rPr lang="de-CH" dirty="0"/>
              <a:t>Van der Waals (</a:t>
            </a:r>
            <a:r>
              <a:rPr lang="de-CH" dirty="0" err="1"/>
              <a:t>VdW</a:t>
            </a:r>
            <a:r>
              <a:rPr lang="de-CH" dirty="0"/>
              <a:t>)</a:t>
            </a:r>
          </a:p>
          <a:p>
            <a:pPr lvl="1"/>
            <a:endParaRPr lang="de-CH" dirty="0"/>
          </a:p>
          <a:p>
            <a:pPr marL="457200" lvl="1" indent="0">
              <a:buNone/>
            </a:pPr>
            <a:endParaRPr lang="de-CH" dirty="0"/>
          </a:p>
          <a:p>
            <a:pPr lvl="1"/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CDBE2-0332-4A93-C8ED-2A3604B2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017" y="3429000"/>
            <a:ext cx="3071594" cy="1906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809C40-6059-2A3A-AC73-A9FFC55D1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729" y="1292526"/>
            <a:ext cx="2536171" cy="2136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921646-11EF-9E12-5BE8-C1465E962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500" y="2657367"/>
            <a:ext cx="2896004" cy="77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FD8DD3-6BC5-4E64-0F76-5595D0F03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6700" y="2657367"/>
            <a:ext cx="1695687" cy="828791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019804FE-D45B-DF22-78D5-2DA658DFECAA}"/>
              </a:ext>
            </a:extLst>
          </p:cNvPr>
          <p:cNvSpPr/>
          <p:nvPr/>
        </p:nvSpPr>
        <p:spPr>
          <a:xfrm>
            <a:off x="5966346" y="4382109"/>
            <a:ext cx="259308" cy="15546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CDE4A-E024-DD00-2E11-FEB9996614C0}"/>
              </a:ext>
            </a:extLst>
          </p:cNvPr>
          <p:cNvSpPr txBox="1"/>
          <p:nvPr/>
        </p:nvSpPr>
        <p:spPr>
          <a:xfrm>
            <a:off x="6225654" y="4836276"/>
            <a:ext cx="2088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Abnehmende Bindungsstärke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20963-AF1E-A76E-92A7-1E53B2EE0FF8}"/>
              </a:ext>
            </a:extLst>
          </p:cNvPr>
          <p:cNvSpPr txBox="1"/>
          <p:nvPr/>
        </p:nvSpPr>
        <p:spPr>
          <a:xfrm>
            <a:off x="8313762" y="5946130"/>
            <a:ext cx="454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400" dirty="0">
                <a:solidFill>
                  <a:srgbClr val="FF0000"/>
                </a:solidFill>
              </a:rPr>
              <a:t>atomare Ebene</a:t>
            </a:r>
            <a:endParaRPr lang="LID4096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1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5437-7257-62DF-3AC1-373809CA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 Überblick – Elastische Eigenschaften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1C43A-E55B-7EC9-F19F-68E5B8B3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Dichte:  </a:t>
            </a:r>
          </a:p>
          <a:p>
            <a:endParaRPr lang="de-CH" dirty="0"/>
          </a:p>
          <a:p>
            <a:r>
              <a:rPr lang="de-CH" dirty="0"/>
              <a:t>Einheitszelle:</a:t>
            </a:r>
          </a:p>
          <a:p>
            <a:pPr lvl="1"/>
            <a:r>
              <a:rPr lang="de-CH" dirty="0"/>
              <a:t>Periodizität</a:t>
            </a:r>
          </a:p>
          <a:p>
            <a:pPr lvl="1"/>
            <a:r>
              <a:rPr lang="de-CH" dirty="0"/>
              <a:t>Gitterpunkte</a:t>
            </a:r>
          </a:p>
          <a:p>
            <a:pPr lvl="1"/>
            <a:r>
              <a:rPr lang="de-CH" dirty="0"/>
              <a:t>Gittervektoren</a:t>
            </a:r>
            <a:endParaRPr lang="LID4096" dirty="0"/>
          </a:p>
          <a:p>
            <a:endParaRPr lang="de-CH" dirty="0"/>
          </a:p>
          <a:p>
            <a:r>
              <a:rPr lang="de-CH" dirty="0"/>
              <a:t>Kristall- &amp; Gitterstrukturen:</a:t>
            </a:r>
          </a:p>
          <a:p>
            <a:endParaRPr lang="de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69F13-2242-A8F0-4F62-AF0196217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063" y="1540973"/>
            <a:ext cx="7211431" cy="1047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733AA-5AAC-C598-5B27-667B00B69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779" y="4842025"/>
            <a:ext cx="4194145" cy="1912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BB92B9-B01E-65E3-C66D-7483C2DB4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95" y="2768161"/>
            <a:ext cx="1736787" cy="175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1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D5F4-039D-0D44-FB6F-532FF70F5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Extra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A8F39E-0C98-C3C3-B8CB-4750B7950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5178" y="1572430"/>
            <a:ext cx="8607813" cy="4920445"/>
          </a:xfrm>
        </p:spPr>
      </p:pic>
    </p:spTree>
    <p:extLst>
      <p:ext uri="{BB962C8B-B14F-4D97-AF65-F5344CB8AC3E}">
        <p14:creationId xmlns:p14="http://schemas.microsoft.com/office/powerpoint/2010/main" val="35019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WuF  Übung ML F36</vt:lpstr>
      <vt:lpstr>Aufbau der Übungen</vt:lpstr>
      <vt:lpstr>Wichtige Links </vt:lpstr>
      <vt:lpstr>Theorie Überblick – Einführung</vt:lpstr>
      <vt:lpstr>Theorie Überblick – Elastische Eigenschaften</vt:lpstr>
      <vt:lpstr>Theorie Überblick – Elastische Eigenschaften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Schenk</dc:creator>
  <cp:lastModifiedBy>Lorenzo Schenk</cp:lastModifiedBy>
  <cp:revision>4</cp:revision>
  <dcterms:created xsi:type="dcterms:W3CDTF">2025-02-26T18:47:48Z</dcterms:created>
  <dcterms:modified xsi:type="dcterms:W3CDTF">2025-02-27T12:13:31Z</dcterms:modified>
</cp:coreProperties>
</file>